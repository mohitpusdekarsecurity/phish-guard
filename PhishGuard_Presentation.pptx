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03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Across_the_Spectrum_In-Depth_Review_AI-Based_Models_for_Phishing_Detection.pdf" TargetMode="External"/><Relationship Id="rId2" Type="http://schemas.openxmlformats.org/officeDocument/2006/relationships/hyperlink" Target="A_Deep_Learning-Based_Framework_for_Phishing_Website_Detection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PhishGuard%20_Machine%20Learning%20Based%20Web%20Phishing%20Detecti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2FF7"/>
          </a:solidFill>
          <a:ln w="12700">
            <a:solidFill>
              <a:srgbClr val="7B2F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🛡️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Detection Browser Extension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0" y="2670048"/>
            <a:ext cx="365760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Intelligence for Google Chrome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2377440" cy="329184"/>
          </a:xfrm>
          <a:prstGeom prst="roundRect">
            <a:avLst>
              <a:gd name="adj" fmla="val 27778"/>
            </a:avLst>
          </a:prstGeom>
          <a:solidFill>
            <a:srgbClr val="0F346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•  Manifest V3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3291840"/>
            <a:ext cx="2377440" cy="329184"/>
          </a:xfrm>
          <a:prstGeom prst="roundRect">
            <a:avLst>
              <a:gd name="adj" fmla="val 27778"/>
            </a:avLst>
          </a:prstGeom>
          <a:solidFill>
            <a:srgbClr val="0F346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291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 v3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3291840"/>
            <a:ext cx="2377440" cy="329184"/>
          </a:xfrm>
          <a:prstGeom prst="roundRect">
            <a:avLst>
              <a:gd name="adj" fmla="val 27778"/>
            </a:avLst>
          </a:prstGeom>
          <a:solidFill>
            <a:srgbClr val="0F346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291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Algorithm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ENTC Major Project  |  Version 1.0  |  2026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Mohit C. Pusdekar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:- T31067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434"/>
            <a:ext cx="2926080" cy="514350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🛡️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828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228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8960" y="713232"/>
            <a:ext cx="576072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8961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896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896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5819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5819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5819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2677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2677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29535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9535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9535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36393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6393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43251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325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4325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System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8961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896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896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5819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5819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15819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2677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2677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&amp; Limitations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9535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9535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29535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6393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6393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4325112"/>
            <a:ext cx="365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4325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0" y="4325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0"/>
            <a:ext cx="54864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cyberattack where criminals impersonate legitimate websites to steal credentials, financial data, and personal information.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280160" cy="10058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phishing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55648" y="2103120"/>
            <a:ext cx="1280160" cy="10058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55648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55648" y="26334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phishing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45536" y="2103120"/>
            <a:ext cx="128016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45536" y="2148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$4.91M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45536" y="26334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of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breach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4206240" cy="3383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12984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Domains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12984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register near-identical domains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Defences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874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Blacklists lag hours behind new attacks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24505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Hijacking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450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sent to attacker servers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0266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submitted without encryption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3602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Gap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6027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identify phishing visually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APWG 2023 | IBM Security Cost of a Data Breach 2023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Real-Time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every visited URL instantly using six independent threat checks.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Multi-Layer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heuristics + API intelligence for a composite 0–100 risk score.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VirusTotal 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URLs against 90+ antivirus engine databases via API v3.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2743200" cy="4114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Lookalike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brand-spoofing domains using the Levenshtein Distance algorithm.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743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34640"/>
            <a:ext cx="2743200" cy="4114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User Transparency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per-check results so users understand exactly why a site is flagged.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7432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34640"/>
            <a:ext cx="2743200" cy="4114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Instant Alerts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OS-level notifications when a dangerous site is detected.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1600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44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config, permissions &amp; script registration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651760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1344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popup.html/js/css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popup — renders risk score &amp; check details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651760" cy="1600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344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src/detector.js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— all 6 detection checks &amp; scoring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651760" cy="1600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src/background.js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— badge updates &amp; OS notifications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65176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91840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src/content.js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56616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injection — detects form hijacking attacks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51760" cy="1600200"/>
          </a:xfrm>
          <a:prstGeom prst="rect">
            <a:avLst/>
          </a:prstGeom>
          <a:solidFill>
            <a:srgbClr val="7B2FF7"/>
          </a:solidFill>
          <a:ln w="12700">
            <a:solidFill>
              <a:srgbClr val="7B2F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3218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APIs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56616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tabs, storage, notifications, runtime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User visits URL → popup.js queries tab → detector.js runs 6 checks → scores aggregated → UI updated → badge + notification sent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06040" cy="59436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8046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ES2020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260604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— zero framework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minimal footprint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60604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046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MV3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8046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Manifest V3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399032"/>
            <a:ext cx="260604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architecture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improved performance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804672"/>
            <a:ext cx="2606040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80467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8046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 v3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399032"/>
            <a:ext cx="260604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630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antivirus engines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threat intelligence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798064"/>
            <a:ext cx="2606040" cy="5943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9806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7980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Storage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392424"/>
            <a:ext cx="260604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5643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local key-value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 API key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798064"/>
            <a:ext cx="2606040" cy="594360"/>
          </a:xfrm>
          <a:prstGeom prst="rect">
            <a:avLst/>
          </a:prstGeom>
          <a:solidFill>
            <a:srgbClr val="7B2FF7"/>
          </a:solidFill>
          <a:ln w="12700">
            <a:solidFill>
              <a:srgbClr val="7B2F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79806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27980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3392424"/>
            <a:ext cx="260604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45643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Edit-distance algorithm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domain spoofing detection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798064"/>
            <a:ext cx="2606040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79806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27980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Notifications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392424"/>
            <a:ext cx="260604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45643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alerts for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site detection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— Lookalike Domain Detection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minimum single-character edits (insert, delete, substitute) to transform one string into another. Domains within distance ≤ 2 of known brands are flagged.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737360" cy="429768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Domain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57400" y="1828800"/>
            <a:ext cx="1645920" cy="429768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828800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03320" y="1828800"/>
            <a:ext cx="1005840" cy="429768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828800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188720" cy="429768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2880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58568"/>
            <a:ext cx="17373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58568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2258568"/>
            <a:ext cx="16459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258568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03320" y="2258568"/>
            <a:ext cx="100584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258568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258568"/>
            <a:ext cx="11887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5856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FLAGGED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688336"/>
            <a:ext cx="173736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88336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g00gle.com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57400" y="2688336"/>
            <a:ext cx="164592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688336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2688336"/>
            <a:ext cx="100584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688336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688336"/>
            <a:ext cx="118872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688336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FLAGGED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118104"/>
            <a:ext cx="17373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18104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amaz0n.com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57400" y="3118104"/>
            <a:ext cx="16459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3118104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03320" y="3118104"/>
            <a:ext cx="100584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3118104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118104"/>
            <a:ext cx="11887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118104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FLAGGED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547872"/>
            <a:ext cx="173736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47872"/>
            <a:ext cx="1645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57400" y="3547872"/>
            <a:ext cx="164592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547872"/>
            <a:ext cx="15544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03320" y="3547872"/>
            <a:ext cx="100584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547872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547872"/>
            <a:ext cx="1188720" cy="429768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547872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0720" y="7498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Checks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669280" y="1143000"/>
            <a:ext cx="3200400" cy="804672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1143000"/>
            <a:ext cx="475488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0" y="114300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181344" y="1143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 URL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81344" y="15270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detects IPv4 in hostname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72400" y="1188720"/>
            <a:ext cx="868680" cy="34747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11887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 pts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69280" y="2057400"/>
            <a:ext cx="3200400" cy="804672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2057400"/>
            <a:ext cx="475488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205740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181344" y="20574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181344" y="24414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protocol = no encryption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72400" y="2103120"/>
            <a:ext cx="868680" cy="34747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0" y="21031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69280" y="2971800"/>
            <a:ext cx="3200400" cy="804672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69280" y="2971800"/>
            <a:ext cx="475488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297180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181344" y="29718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181344" y="33558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verify, secure, etc.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72400" y="3017520"/>
            <a:ext cx="868680" cy="34747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0" y="3017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69280" y="3886200"/>
            <a:ext cx="3200400" cy="804672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3886200"/>
            <a:ext cx="475488" cy="8046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0" y="3886200"/>
            <a:ext cx="4754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6181344" y="3886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Hijack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181344" y="4270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action ≠ page domain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72400" y="3931920"/>
            <a:ext cx="868680" cy="34747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72400" y="39319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Contribution Per Check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36576" cy="4572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Domain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234440"/>
            <a:ext cx="1280160" cy="2926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704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4114800" cy="457200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82496"/>
            <a:ext cx="36576" cy="4572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82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IP-based URL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1746504"/>
            <a:ext cx="1280160" cy="2926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824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4114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94560"/>
            <a:ext cx="36576" cy="4572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2258568"/>
            <a:ext cx="877824" cy="2926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06624"/>
            <a:ext cx="4114800" cy="457200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706624"/>
            <a:ext cx="36576" cy="4572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066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Keywords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51760" y="2770632"/>
            <a:ext cx="877824" cy="2926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7066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4114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218688"/>
            <a:ext cx="36576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18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Complexity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51760" y="3282696"/>
            <a:ext cx="438912" cy="2926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2186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730752"/>
            <a:ext cx="4114800" cy="457200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30752"/>
            <a:ext cx="36576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Engines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51760" y="3794760"/>
            <a:ext cx="1280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7307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each (max 50)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749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Classification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0" y="1170432"/>
            <a:ext cx="356616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C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12080" y="1170432"/>
            <a:ext cx="109728" cy="9601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1170432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943600" y="12070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43600" y="15910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 – 20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12080" y="2267712"/>
            <a:ext cx="356616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12080" y="2267712"/>
            <a:ext cx="109728" cy="9601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2267712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943600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43600" y="26883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21 – 55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3364992"/>
            <a:ext cx="3566160" cy="96012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212080" y="3364992"/>
            <a:ext cx="109728" cy="9601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240" y="3364992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5943600" y="3401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43600" y="37856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56 – 100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 is capped at 100. Each check is independent — a single critical indicator can push a URL to DANGEROUS.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291840" cy="4160520"/>
          </a:xfrm>
          <a:prstGeom prst="rect">
            <a:avLst/>
          </a:prstGeom>
          <a:solidFill>
            <a:srgbClr val="0F0F1A"/>
          </a:solidFill>
          <a:ln w="12700">
            <a:solidFill>
              <a:srgbClr val="0F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329184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PhishGuard   v1.0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52728"/>
            <a:ext cx="3291840" cy="310896"/>
          </a:xfrm>
          <a:prstGeom prst="rect">
            <a:avLst/>
          </a:prstGeom>
          <a:solidFill>
            <a:srgbClr val="12121F"/>
          </a:solidFill>
          <a:ln w="12700">
            <a:solidFill>
              <a:srgbClr val="12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Scanning: https://paypal.com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3017520" cy="1143000"/>
          </a:xfrm>
          <a:prstGeom prst="rect">
            <a:avLst/>
          </a:prstGeom>
          <a:solidFill>
            <a:srgbClr val="0D2B1F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0/100  — No threats detected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3291840" cy="402336"/>
          </a:xfrm>
          <a:prstGeom prst="rect">
            <a:avLst/>
          </a:prstGeom>
          <a:solidFill>
            <a:srgbClr val="12121F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VirusTotal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2944368"/>
            <a:ext cx="1325880" cy="256032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9443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(90 engines)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329184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82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Lookalike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3346704"/>
            <a:ext cx="1325880" cy="256032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334670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detected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685032"/>
            <a:ext cx="3291840" cy="402336"/>
          </a:xfrm>
          <a:prstGeom prst="rect">
            <a:avLst/>
          </a:prstGeom>
          <a:solidFill>
            <a:srgbClr val="12121F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8503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HTTPS/SSL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48840" y="3749040"/>
            <a:ext cx="1325880" cy="256032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7490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087368"/>
            <a:ext cx="3291840" cy="402336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873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Keywords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48840" y="4151376"/>
            <a:ext cx="1325880" cy="256032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41513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4645152"/>
            <a:ext cx="3017520" cy="2286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451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Re-scan This Page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77640" y="777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Highlights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77640" y="1261872"/>
            <a:ext cx="4846320" cy="548640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126187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34840" y="1261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126187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cybersecurity aesthetic with #0f0f1a background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77640" y="1883664"/>
            <a:ext cx="4846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1883664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4840" y="18836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Coding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0" y="188366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Orange / Red for Safe / Suspicious / Dangerous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977640" y="2505456"/>
            <a:ext cx="4846320" cy="548640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2505456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4840" y="2505456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Card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0" y="250545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prominent score (0–100) with animated pulse on danger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977640" y="3127248"/>
            <a:ext cx="4846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312724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34840" y="312724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View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0" y="31272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Per-check pass/warn/fail tags for full transparency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977640" y="3749040"/>
            <a:ext cx="4846320" cy="548640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374904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34840" y="37490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Panel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69280" y="3749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settings section with status badge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977640" y="4370832"/>
            <a:ext cx="48463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0" y="437083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♿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434840" y="437083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69280" y="4370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 contrast ratios ≥ 4.5:1 throughout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87452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465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checks — a site that passes one may still be caught by another, drastically reducing false negatives.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804672"/>
            <a:ext cx="2743200" cy="187452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399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7465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newly registered phishing domains before they appear on any blacklist, closing the reactive security gap.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04672"/>
            <a:ext cx="2743200" cy="187452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399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7465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checks triggered and why — building user digital literacy, not just blocking threats.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874520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764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checks run entirely client-side. No URLs sent to PhishGuard servers. API key stored locally only.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743200" cy="187452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🪶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4612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Fast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7764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dependencies, vanilla JS, MV3 service worker model — negligible overhead on browser performance.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743200" cy="1874520"/>
          </a:xfrm>
          <a:prstGeom prst="rect">
            <a:avLst/>
          </a:prstGeom>
          <a:solidFill>
            <a:srgbClr val="E0F7FA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Free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7764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licensed, zero cost, fully documented. Ideal for students, researchers, and security-aware organisations.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02920" cy="128016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8778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Free VirusTotal: 500 req/day, 4/min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996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Heavy browsing may exhaust quota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877824"/>
            <a:ext cx="594360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8778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11480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04672"/>
            <a:ext cx="502920" cy="128016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04672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8778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2070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Legitimate sites with secure keywords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14996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Can incorrectly flag banking portals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877824"/>
            <a:ext cx="594360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8778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249424"/>
            <a:ext cx="411480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49424"/>
            <a:ext cx="502920" cy="128016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49424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232257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651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Rule-based scoring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29443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Novel attacks may evade detection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0" y="2322576"/>
            <a:ext cx="594360" cy="2743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32257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249424"/>
            <a:ext cx="411480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249424"/>
            <a:ext cx="502920" cy="128016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249424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232257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Chrome-Only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651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Not available for Firefox/Edge/Safari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9443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Limited user base coverage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46720" y="2322576"/>
            <a:ext cx="594360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232257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694176"/>
            <a:ext cx="411480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694176"/>
            <a:ext cx="502920" cy="128016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94176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Age Check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4096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WHOIS lookup not implemented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" y="43891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New phishing domains not age-scored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3767328"/>
            <a:ext cx="5943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76732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694176"/>
            <a:ext cx="411480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694176"/>
            <a:ext cx="502920" cy="128016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694176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212080" y="37673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Dependency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096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VirusTotal downtime affects features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43891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Graceful degradation (check disabled)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46720" y="3767328"/>
            <a:ext cx="5943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376732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87452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Security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465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everyday users — shoppers, banking customers, and social media users — from credential-harvesting attacks.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804672"/>
            <a:ext cx="2743200" cy="187452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399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7465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admins can deploy via Chrome managed policies with a centralised VirusTotal enterprise key across all workstations.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804672"/>
            <a:ext cx="2743200" cy="187452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896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399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7465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cybersecurity courses as a hands-on teaching tool. Install on DVWA lab environments for practical learning.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874520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764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alongside phishing simulation campaigns (GoPhish) to reinforce training — show employees what a phishing URL looks like.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743200" cy="187452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4612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7764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researchers can rapidly assess URL risk profiles during engagements. detector.js is integrable into automated pipelines.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743200" cy="1874520"/>
          </a:xfrm>
          <a:prstGeom prst="rect">
            <a:avLst/>
          </a:prstGeom>
          <a:solidFill>
            <a:srgbClr val="E0F7FA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Kiosks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77647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terminals, airports, and government kiosks benefit from locked extension deployment for baseline public protection.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2FF7"/>
          </a:solidFill>
          <a:ln w="12700">
            <a:solidFill>
              <a:srgbClr val="7B2F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261872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66928" cy="1261872"/>
          </a:xfrm>
          <a:prstGeom prst="rect">
            <a:avLst/>
          </a:prstGeom>
          <a:solidFill>
            <a:srgbClr val="7B2FF7"/>
          </a:solidFill>
          <a:ln w="12700">
            <a:solidFill>
              <a:srgbClr val="7B2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5669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89611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243584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TensorFlow.js classifier on ISCX URL 2016 dataset (36K URLs) — run entirely in-browser, no privacy risk. Target: &gt;98% accuracy.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14800" cy="1261872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04672"/>
            <a:ext cx="566928" cy="12618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04672"/>
            <a:ext cx="5669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5232" y="89611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 (WHOIS)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243584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WHOIS API to flag domains registered &lt;30 days ago. New domains are 15x more likely to be phishing sites.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4114800" cy="1261872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31136"/>
            <a:ext cx="566928" cy="12618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31136"/>
            <a:ext cx="5669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322576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&amp; PDF Export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670048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scanned URLs in Chrome local storage. Allow users to export a PDF report of their browsing threat history.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231136"/>
            <a:ext cx="4114800" cy="1261872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31136"/>
            <a:ext cx="56692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231136"/>
            <a:ext cx="5669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85232" y="2322576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Whitelist Manager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2670048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add trusted domains to a personal whitelist, suppressing false positives for known-safe corporate portals.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1261872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66928" cy="12618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57600"/>
            <a:ext cx="5669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6112" y="374904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&amp; Edge 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4096512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WebExtensions API for Firefox and Edge. Core JS logic is already browser-agnostic — only manifest changes needed.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114800" cy="1261872"/>
          </a:xfrm>
          <a:prstGeom prst="rect">
            <a:avLst/>
          </a:prstGeom>
          <a:solidFill>
            <a:srgbClr val="F7F9FC"/>
          </a:solidFill>
          <a:ln w="635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57600"/>
            <a:ext cx="566928" cy="12618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657600"/>
            <a:ext cx="5669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85232" y="3749040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 Feed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4096512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PhishTank, OpenPhish, and Abuse.ch feeds for real-time blacklist enrichment alongside heuristic scoring.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Metrics (200-URL Dataset)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530352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316736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1292047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8308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114800" cy="530352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2514600"/>
            <a:ext cx="1341425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3774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3108960"/>
            <a:ext cx="30175" cy="25603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97180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4114800" cy="530352"/>
          </a:xfrm>
          <a:prstGeom prst="rect">
            <a:avLst/>
          </a:prstGeom>
          <a:solidFill>
            <a:srgbClr val="F7F9FC"/>
          </a:solidFill>
          <a:ln w="381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3703320"/>
            <a:ext cx="79553" cy="25603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5661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7498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170432"/>
            <a:ext cx="2560320" cy="512064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17043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0" y="1170432"/>
            <a:ext cx="777240" cy="512064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1170432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09560" y="1170432"/>
            <a:ext cx="1097280" cy="512064"/>
          </a:xfrm>
          <a:prstGeom prst="rect">
            <a:avLst/>
          </a:prstGeom>
          <a:solidFill>
            <a:srgbClr val="0F346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117043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1682496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6824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https://google.com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32320" y="1682496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1682496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09560" y="1682496"/>
            <a:ext cx="10972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168249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2194560"/>
            <a:ext cx="256032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19456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http://example.com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2194560"/>
            <a:ext cx="77724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2194560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09560" y="2194560"/>
            <a:ext cx="109728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219456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Susp.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2706624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7066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http://192.168.1.1/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32320" y="2706624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2706624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09560" y="2706624"/>
            <a:ext cx="10972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270662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Susp.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0" y="3218688"/>
            <a:ext cx="256032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2186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http://paypa1.com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0" y="3218688"/>
            <a:ext cx="77724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3218688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909560" y="3218688"/>
            <a:ext cx="109728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0" y="321868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Danger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3730752"/>
            <a:ext cx="256032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37307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http://secure-login.xyz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32320" y="3730752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040" y="3730752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909560" y="3730752"/>
            <a:ext cx="10972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373075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Danger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0" y="4242816"/>
            <a:ext cx="256032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0" y="424281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https://g00gle-verify.com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132320" y="4242816"/>
            <a:ext cx="77724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4242816"/>
            <a:ext cx="685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09560" y="4242816"/>
            <a:ext cx="1097280" cy="512064"/>
          </a:xfrm>
          <a:prstGeom prst="rect">
            <a:avLst/>
          </a:prstGeom>
          <a:solidFill>
            <a:srgbClr val="F7F9FC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55280" y="424281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Danger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7F9FC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100 URLs from PhishTank + 100 from Alexa Top 1000. Tested without VirusTotal API to evaluate heuristic-only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228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60020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83080"/>
            <a:ext cx="329184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83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55648" y="178308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checks → 96% accuracy on test dataset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2258568"/>
            <a:ext cx="329184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258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55648" y="225856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catches threats before blacklists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71600" y="2734056"/>
            <a:ext cx="329184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55648" y="273405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 builds user digital literacy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371600" y="3209544"/>
            <a:ext cx="329184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55648" y="320954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5/6 checks run entirely client-side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3685032"/>
            <a:ext cx="329184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685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55648" y="36850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zero cost, MIT licensed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251960"/>
            <a:ext cx="54864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2519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security is the kind that educates as it protects."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7B2FF7"/>
          </a:solidFill>
          <a:ln w="12700">
            <a:solidFill>
              <a:srgbClr val="7B2F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ENTC Major Project  |  PhishGuard v1.0  |  2026  |  MIT License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5730B-FECD-139C-AD86-CAF138DE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7" y="0"/>
            <a:ext cx="72509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40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61C0B9-246B-10D7-BF76-59EF4BD1C3E5}"/>
              </a:ext>
            </a:extLst>
          </p:cNvPr>
          <p:cNvSpPr txBox="1"/>
          <p:nvPr/>
        </p:nvSpPr>
        <p:spPr>
          <a:xfrm>
            <a:off x="2137318" y="281749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7DCCB-D573-28B9-0075-96CF0C114BA2}"/>
              </a:ext>
            </a:extLst>
          </p:cNvPr>
          <p:cNvSpPr txBox="1"/>
          <p:nvPr/>
        </p:nvSpPr>
        <p:spPr>
          <a:xfrm>
            <a:off x="613315" y="1171098"/>
            <a:ext cx="69100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FormataOTFCond-Md"/>
                <a:hlinkClick r:id="rId2" action="ppaction://hlinkfile"/>
              </a:rPr>
              <a:t>A Deep Learning-Based Framework for </a:t>
            </a:r>
            <a:r>
              <a:rPr lang="en-IN" sz="1800" b="0" i="0" u="none" strike="noStrike" baseline="0" dirty="0">
                <a:latin typeface="FormataOTFCond-Md"/>
                <a:hlinkClick r:id="rId2" action="ppaction://hlinkfile"/>
              </a:rPr>
              <a:t>Phishing Website Detection</a:t>
            </a:r>
            <a:endParaRPr lang="en-IN" sz="1800" b="0" i="0" u="none" strike="noStrike" baseline="0" dirty="0">
              <a:latin typeface="FormataOTFCond-Md"/>
            </a:endParaRPr>
          </a:p>
          <a:p>
            <a:pPr algn="l"/>
            <a:endParaRPr lang="en-IN" dirty="0">
              <a:latin typeface="FormataOTFCond-Md"/>
            </a:endParaRPr>
          </a:p>
          <a:p>
            <a:r>
              <a:rPr lang="en-US" dirty="0">
                <a:hlinkClick r:id="rId3" action="ppaction://hlinkfile"/>
              </a:rPr>
              <a:t>Across the Spectrum In-Depth Review AI-Based </a:t>
            </a:r>
            <a:r>
              <a:rPr lang="en-IN" dirty="0">
                <a:hlinkClick r:id="rId3" action="ppaction://hlinkfile"/>
              </a:rPr>
              <a:t>Models for Phishing Detection</a:t>
            </a:r>
            <a:endParaRPr lang="en-IN" dirty="0">
              <a:latin typeface="FormataOTFCond-Md"/>
            </a:endParaRPr>
          </a:p>
          <a:p>
            <a:pPr algn="l"/>
            <a:endParaRPr lang="en-IN" dirty="0">
              <a:latin typeface="FormataOTFCond-Md"/>
            </a:endParaRPr>
          </a:p>
          <a:p>
            <a:r>
              <a:rPr lang="en-US" dirty="0">
                <a:latin typeface="FormataOTFCond-Md"/>
                <a:hlinkClick r:id="rId4" action="ppaction://hlinkfile"/>
              </a:rPr>
              <a:t>Phish Guard Machine Learning Based Web Phishing Detection</a:t>
            </a:r>
            <a:endParaRPr lang="en-IN" dirty="0">
              <a:latin typeface="FormataOTFCond-Md"/>
            </a:endParaRPr>
          </a:p>
          <a:p>
            <a:pPr algn="l"/>
            <a:endParaRPr lang="en-IN" dirty="0">
              <a:latin typeface="FormataOTFCond-Md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61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1568</Words>
  <Application>Microsoft Office PowerPoint</Application>
  <PresentationFormat>On-screen Show (16:9)</PresentationFormat>
  <Paragraphs>382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</vt:lpstr>
      <vt:lpstr>FormataOTFCond-Md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- Phishing Detection Browser Extension</dc:title>
  <dc:subject>PptxGenJS Presentation</dc:subject>
  <dc:creator>B.Tech ENTC</dc:creator>
  <cp:lastModifiedBy>Mohit Pusdekar</cp:lastModifiedBy>
  <cp:revision>5</cp:revision>
  <dcterms:created xsi:type="dcterms:W3CDTF">2026-04-29T05:39:09Z</dcterms:created>
  <dcterms:modified xsi:type="dcterms:W3CDTF">2026-04-30T06:06:45Z</dcterms:modified>
</cp:coreProperties>
</file>